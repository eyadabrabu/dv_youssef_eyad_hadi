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Gene Relationships Over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Determine whether genes work together ('gene teams')</a:t>
            </a:r>
          </a:p>
          <a:p>
            <a:pPr/>
            <a:r>
              <a:t>Heatmap Analysis: Gene wiring changes from Day 0 to Day 7</a:t>
            </a:r>
          </a:p>
          <a:p>
            <a:pPr/>
            <a:r>
              <a:t>Red correlations at T=0 shift or disappear by T=168</a:t>
            </a:r>
          </a:p>
          <a:p>
            <a:pPr/>
            <a:r>
              <a:t>Key Interaction: Strong correlation initially (e.g., Sox2 &amp; Bmp4)</a:t>
            </a:r>
          </a:p>
          <a:p>
            <a:pPr/>
            <a:r>
              <a:t>By 168h this relationship weakens, indicating a new genetic program</a:t>
            </a:r>
          </a:p>
          <a:p>
            <a:pPr/>
            <a:r>
              <a:t>VISUALS TO PASTE: Two correlation heatmaps + strongest-pair scatter plot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Visualizing the 'Waddington Landscape' (PCA)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Method: PCA reduced 94 genes to 2 dimensions</a:t>
            </a:r>
          </a:p>
          <a:p>
            <a:pPr/>
            <a:r>
              <a:t>PC1 explains most variance and acts as a 'biological clock'</a:t>
            </a:r>
          </a:p>
          <a:p>
            <a:pPr/>
            <a:r>
              <a:t>Young cells (blue/purple) separate from old cells (yellow)</a:t>
            </a:r>
          </a:p>
          <a:p>
            <a:pPr/>
            <a:r>
              <a:t>A continuous trajectory appears in PCA space</a:t>
            </a:r>
          </a:p>
          <a:p>
            <a:pPr/>
            <a:r>
              <a:t>Cells start tightly clustered and diverge over time (E14 vs R1)</a:t>
            </a:r>
          </a:p>
          <a:p>
            <a:pPr/>
            <a:r>
              <a:t>VISUAL TO PASTE: PCA scatter plot (colored by Time or Type)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Defining Distinct Cell States (t-SNE vs PCA)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Method: Non-linear dimensionality reduction using t-SNE</a:t>
            </a:r>
          </a:p>
          <a:p>
            <a:pPr/>
            <a:r>
              <a:t>t-SNE forms distinct islands (clusters), unlike PCA's flow</a:t>
            </a:r>
          </a:p>
          <a:p>
            <a:pPr/>
            <a:r>
              <a:t>Similar cells are pulled together; different cells are pushed apart</a:t>
            </a:r>
          </a:p>
          <a:p>
            <a:pPr/>
            <a:r>
              <a:t>3D t-SNE reveals clearer separation between cell types</a:t>
            </a:r>
          </a:p>
          <a:p>
            <a:pPr/>
            <a:r>
              <a:t>Conclusion: PCA = timeline; t-SNE = cell identities</a:t>
            </a:r>
          </a:p>
          <a:p>
            <a:pPr/>
            <a:r>
              <a:t>VISUALS TO PASTE: 2D t-SNE plot (optional 3D view)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