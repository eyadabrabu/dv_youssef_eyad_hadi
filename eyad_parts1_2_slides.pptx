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Visualizing Cell Differentiation — Parts 1 &amp;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 Eyad Abdrabu</a:t>
            </a:r>
          </a:p>
          <a:p>
            <a:r>
              <a:t>Course: Data Visualization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1: 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Single-cell gene expression from mouse stem cells</a:t>
            </a:r>
          </a:p>
          <a:p>
            <a:pPr/>
            <a:r>
              <a:t>96 genes measured per cell</a:t>
            </a:r>
          </a:p>
          <a:p>
            <a:pPr/>
            <a:r>
              <a:t>Time points: 0 to 168 hours</a:t>
            </a:r>
          </a:p>
          <a:p>
            <a:pPr/>
            <a:r>
              <a:t>Two cell types: E14 and R1</a:t>
            </a:r>
          </a:p>
          <a:p>
            <a:pPr/>
            <a:r>
              <a:t>Goal: load and inspect the dataset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2: Visualizing Gene 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Focused on two genes: Bmp4 and Nanog</a:t>
            </a:r>
          </a:p>
          <a:p>
            <a:pPr/>
            <a:r>
              <a:t>Line plots with Time on x-axis</a:t>
            </a:r>
          </a:p>
          <a:p>
            <a:pPr/>
            <a:r>
              <a:t>Expression level on y-axis</a:t>
            </a:r>
          </a:p>
          <a:p>
            <a:pPr/>
            <a:r>
              <a:t>Color represents cell type (E14 vs R1)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2: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 expression changes over time</a:t>
            </a:r>
          </a:p>
          <a:p>
            <a:pPr/>
            <a:r>
              <a:t>Nanog generally decreases (loss of pluripotency)</a:t>
            </a:r>
          </a:p>
          <a:p>
            <a:pPr/>
            <a:r>
              <a:t>Bmp4 shows differentiation-related changes</a:t>
            </a:r>
          </a:p>
          <a:p>
            <a:pPr/>
            <a:r>
              <a:t>E14 and R1 follow similar but distinct patterns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